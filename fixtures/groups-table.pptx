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0B2A63"/>
                </a:solidFill>
                <a:latin typeface="Georgia"/>
              </a:rPr>
              <a:t>Your next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Real text. </a:t>
            </a:r>
            <a:r>
              <a:rPr b="1" sz="2200"/>
              <a:t>Editable layers.</a:t>
            </a:r>
          </a:p>
        </p:txBody>
      </p:sp>
      <p:grpSp>
        <p:nvGrpSpPr>
          <p:cNvPr id="4" name="Group 3"/>
          <p:cNvGrpSpPr/>
          <p:nvPr/>
        </p:nvGrpSpPr>
        <p:grpSpPr>
          <a:xfrm rot="420000">
            <a:off x="914400" y="2743200"/>
            <a:ext cx="2743200" cy="1828800"/>
            <a:chOff x="914400" y="2743200"/>
            <a:chExt cx="2743200" cy="1828800"/>
          </a:xfrm>
        </p:grpSpPr>
        <p:sp>
          <p:nvSpPr>
            <p:cNvPr id="5" name="Rounded Rectangle 4"/>
            <p:cNvSpPr/>
            <p:nvPr/>
          </p:nvSpPr>
          <p:spPr>
            <a:xfrm>
              <a:off x="914400" y="2743200"/>
              <a:ext cx="2743200" cy="1828800"/>
            </a:xfrm>
            <a:prstGeom prst="round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743200" y="3200400"/>
              <a:ext cx="914400" cy="914400"/>
            </a:xfrm>
            <a:prstGeom prst="ellipse">
              <a:avLst/>
            </a:prstGeom>
            <a:solidFill>
              <a:srgbClr val="A9F1D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" name="Picture 6" descr="flatte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1371600">
                <a:tc>
                  <a:txBody>
                    <a:bodyPr/>
                    <a:lstStyle/>
                    <a:p>
                      <a:r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Editable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Table cells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